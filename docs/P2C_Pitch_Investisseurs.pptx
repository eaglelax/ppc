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6C3CE1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F6B35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D4AA">
              <a:alpha val="9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P2C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 • Papier • Ciseaux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mobile de paris en temps réel qui réinvente le divertissement en Afrique de l’Ouest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C3CE1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0" y="4434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INVESTISSEURS • Février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marché du divertissement mobile sous-exploité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4708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Population jeune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057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la population ouest-africaine a moins de 30 ans, hyper-connectée mais peu de jeux adaptés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6974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8986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Money en boom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36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 domine avec +50M d’utilisateurs en Afrique, mais peu de loisirs intégrés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74904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5020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 d’offre locale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plateforme de micro-paris ludiques pensée pour le marché francophone africain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6C3CE1">
              <a:alpha val="8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P2C : Simple. Rapide. Addictif.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3749040" cy="457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Jeu universel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Pierre-Papier-Ciseaux : 0 courbe d’apprentissage, 100% fun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74904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4592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Micro-paris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dès 1 000F CFA, accessibles à tous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200400"/>
            <a:ext cx="374904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00400"/>
            <a:ext cx="3749040" cy="457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5448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Orange Money intégré, 30 secondes par partie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200400"/>
            <a:ext cx="374904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00400"/>
            <a:ext cx="3749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204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Sécurisé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6928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transactions atomiques, anti-triche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COMMENT ÇA MARCHE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étapes, 30 secondes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1920240" cy="640080"/>
          </a:xfrm>
          <a:prstGeom prst="rect">
            <a:avLst/>
          </a:prstGeom>
          <a:solidFill>
            <a:srgbClr val="6C3C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téléphone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5 000F offerts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3CE1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645920"/>
            <a:ext cx="19202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8892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Recharge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Money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1 010F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3CE1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45920"/>
            <a:ext cx="1920240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Jouer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en 30s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Pierre, Papier ou Ciseaux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3CE1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164592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645920"/>
            <a:ext cx="1920240" cy="640080"/>
          </a:xfrm>
          <a:prstGeom prst="rect">
            <a:avLst/>
          </a:prstGeom>
          <a:solidFill>
            <a:srgbClr val="6C3CE1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08660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Gagner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29260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x2 + 1 Pix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instant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FF6B35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MODÈLE ÉCONOMIQUE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Double source de revenus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37490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10F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partie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fixes prélevés sur chaque joueur.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parties/jour = 200 000F/jour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749040" cy="25603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37490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75488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retrait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sur les retraits Orange Money.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proportionnels au volume de jeu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6C3CE1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4805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Coût d’acquisition : 5 000F bonus → Rentabilisé dès la 250e partie du joueur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Produit fonctionnel, prêt au lancement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terminé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+ API +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Durée partie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via Firebase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5 000F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Bonus inscription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d’acquisition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6459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CDI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Contrat type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d’abonnement, jeu libre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Fonctionnalités livrées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Auth Firebase    </a:t>
            </a:r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Portefeuille temps réel    </a:t>
            </a:r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Orange Money    </a:t>
            </a:r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Jeu PvP 30s    </a:t>
            </a:r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Anti-triche    </a:t>
            </a:r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Dashboard admin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MARCHÉ CIBLE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L’Afrique de l’Ouest francophone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868680"/>
          </a:xfrm>
          <a:prstGeom prst="rect">
            <a:avLst/>
          </a:prstGeom>
          <a:solidFill>
            <a:srgbClr val="6C3CE1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868680"/>
          </a:xfrm>
          <a:prstGeom prst="rect">
            <a:avLst/>
          </a:prstGeom>
          <a:solidFill>
            <a:srgbClr val="6C3CE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CE1"/>
                </a:solidFill>
              </a:rPr>
              <a:t>TAM</a:t>
            </a:r>
            <a:pPr indent="0" marL="0">
              <a:buNone/>
            </a:pPr>
            <a:r>
              <a:rPr lang="en-US" sz="1300" dirty="0">
                <a:solidFill>
                  <a:srgbClr val="C5C5D2"/>
                </a:solidFill>
              </a:rPr>
              <a:t>  —  Population Afrique de l’Ouest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00200" y="2651760"/>
            <a:ext cx="5943600" cy="868680"/>
          </a:xfrm>
          <a:prstGeom prst="rect">
            <a:avLst/>
          </a:prstGeom>
          <a:solidFill>
            <a:srgbClr val="FF6B35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2651760"/>
            <a:ext cx="54864" cy="868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7452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SAM</a:t>
            </a:r>
            <a:pPr indent="0" marL="0">
              <a:buNone/>
            </a:pPr>
            <a:r>
              <a:rPr lang="en-US" sz="1300" dirty="0">
                <a:solidFill>
                  <a:srgbClr val="C5C5D2"/>
                </a:solidFill>
              </a:rPr>
              <a:t>  —  Utilisateurs Mobile Money actifs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3749040"/>
            <a:ext cx="3840480" cy="86868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374904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3794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2608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SOM</a:t>
            </a:r>
            <a:pPr indent="0" marL="0">
              <a:buNone/>
            </a:pPr>
            <a:r>
              <a:rPr lang="en-US" sz="1300" dirty="0">
                <a:solidFill>
                  <a:srgbClr val="C5C5D2"/>
                </a:solidFill>
              </a:rPr>
              <a:t>  —  Joueurs mobiles francophones cibles (3 ans)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 (lancement) → Côte d’Ivoire → Mali → Sénégal → Guinée → Togo → Niger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à 12 mois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863840" cy="0"/>
          </a:xfrm>
          <a:prstGeom prst="line">
            <a:avLst/>
          </a:prstGeom>
          <a:noFill/>
          <a:ln w="25400">
            <a:solidFill>
              <a:srgbClr val="8E8E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572768"/>
            <a:ext cx="320040" cy="320040"/>
          </a:xfrm>
          <a:prstGeom prst="ellipse">
            <a:avLst/>
          </a:prstGeom>
          <a:solidFill>
            <a:srgbClr val="6C3CE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T1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31720"/>
            <a:ext cx="1920240" cy="54864"/>
          </a:xfrm>
          <a:prstGeom prst="rect">
            <a:avLst/>
          </a:prstGeom>
          <a:solidFill>
            <a:srgbClr val="6C3C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BF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&amp; Moov Money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572768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T2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33172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233172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Croissance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joueurs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niveaux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Parrainages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572768"/>
            <a:ext cx="320040" cy="3200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T3 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31720"/>
            <a:ext cx="19202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 &amp; Mali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Tournois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télécoms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1572768"/>
            <a:ext cx="320040" cy="320040"/>
          </a:xfrm>
          <a:prstGeom prst="ellipse">
            <a:avLst/>
          </a:prstGeom>
          <a:solidFill>
            <a:srgbClr val="6C3CE1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3C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T4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33172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2331720"/>
            <a:ext cx="1920240" cy="54864"/>
          </a:xfrm>
          <a:prstGeom prst="rect">
            <a:avLst/>
          </a:prstGeom>
          <a:solidFill>
            <a:srgbClr val="6C3CE1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0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 &amp; Guinée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jeux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Publicité in-app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robuste et scalable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82880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64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182880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645920"/>
            <a:ext cx="1828800" cy="457200"/>
          </a:xfrm>
          <a:prstGeom prst="rect">
            <a:avLst/>
          </a:prstGeom>
          <a:solidFill>
            <a:srgbClr val="6C3CE1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664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2860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182880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645920"/>
            <a:ext cx="182880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64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2860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atomiques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645920"/>
            <a:ext cx="1828800" cy="21945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645920"/>
            <a:ext cx="18288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64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22860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0624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54480" y="41605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JWT Authentication • Transactions atomiques Firestore • Protection timeout • Validation serveur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3CE1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0D4AA">
              <a:alpha val="9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Investissez dans le futur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gaming mobile en Afrique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P2C est prêt. Le marché est là. Il ne manque que vous.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0" y="3566160"/>
            <a:ext cx="457200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36118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C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Discutons de votre participation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P2C - Pitch Deck Investisseurs</dc:title>
  <dc:subject>PptxGenJS Presentation</dc:subject>
  <dc:creator>P2C Team</dc:creator>
  <cp:lastModifiedBy>P2C Team</cp:lastModifiedBy>
  <cp:revision>1</cp:revision>
  <dcterms:created xsi:type="dcterms:W3CDTF">2026-02-10T19:24:33Z</dcterms:created>
  <dcterms:modified xsi:type="dcterms:W3CDTF">2026-02-10T19:24:33Z</dcterms:modified>
</cp:coreProperties>
</file>